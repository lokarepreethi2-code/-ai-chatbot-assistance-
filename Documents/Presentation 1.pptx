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3" r:id="rId1"/>
  </p:sldMasterIdLst>
  <p:sldIdLst>
    <p:sldId id="256" r:id="rId2"/>
    <p:sldId id="261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F9A821-E6A0-06E2-56AC-D51A80263644}" v="385" dt="2026-07-08T11:01:07.084"/>
    <p1510:client id="{67D4AF06-3408-F721-FAC4-4E94FBC37568}" v="1158" dt="2026-07-08T09:28:11.638"/>
    <p1510:client id="{8F9A0AFC-ED33-947A-0B43-4E96037F5CE5}" v="451" dt="2026-07-08T11:48:26.300"/>
    <p1510:client id="{BD975B33-5BBB-0A9C-864D-1B550E57B9A3}" v="870" dt="2026-07-08T11:31:10.1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88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14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9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60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86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994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63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939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424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66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3219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3659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88303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132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911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62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729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  <p:sldLayoutId id="2147483944" r:id="rId11"/>
    <p:sldLayoutId id="2147483945" r:id="rId12"/>
    <p:sldLayoutId id="2147483946" r:id="rId13"/>
    <p:sldLayoutId id="2147483947" r:id="rId14"/>
    <p:sldLayoutId id="2147483948" r:id="rId15"/>
    <p:sldLayoutId id="214748394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AC16F9-1CFA-611C-0EDA-D0448B9BA87F}"/>
              </a:ext>
            </a:extLst>
          </p:cNvPr>
          <p:cNvSpPr txBox="1"/>
          <p:nvPr/>
        </p:nvSpPr>
        <p:spPr>
          <a:xfrm>
            <a:off x="82095" y="3224948"/>
            <a:ext cx="12176571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 u="none" strike="noStrike">
              <a:latin typeface="Google Sans"/>
              <a:ea typeface="Google Sans"/>
              <a:cs typeface="Google Sans"/>
            </a:endParaRPr>
          </a:p>
          <a:p>
            <a:pPr>
              <a:buFont typeface=""/>
              <a:buChar char="•"/>
            </a:pPr>
            <a:endParaRPr lang="en-US" sz="2400">
              <a:latin typeface="Calisto MT"/>
              <a:ea typeface="Calibri"/>
              <a:cs typeface="Calibri"/>
            </a:endParaRPr>
          </a:p>
          <a:p>
            <a:pPr>
              <a:buFont typeface=""/>
              <a:buChar char="•"/>
            </a:pPr>
            <a:endParaRPr lang="en-US" sz="2400">
              <a:latin typeface="Calibri"/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2400" b="1" dirty="0">
                <a:latin typeface="Rockwell"/>
                <a:ea typeface="Calibri"/>
                <a:cs typeface="Calibri"/>
              </a:rPr>
              <a:t>   </a:t>
            </a:r>
            <a:r>
              <a:rPr lang="en-US" sz="3000">
                <a:latin typeface="Trebuchet MS"/>
                <a:ea typeface="Calibri"/>
                <a:cs typeface="Calibri"/>
              </a:rPr>
              <a:t>Repository link :-</a:t>
            </a:r>
            <a:r>
              <a:rPr lang="en-US" sz="2400" i="1" u="sng" dirty="0">
                <a:latin typeface="Calisto MT"/>
                <a:ea typeface="Calibri"/>
                <a:cs typeface="Calibri"/>
              </a:rPr>
              <a:t> </a:t>
            </a:r>
            <a:r>
              <a:rPr lang="en-US" sz="2400" i="1" u="sng" dirty="0">
                <a:latin typeface="Calisto MT"/>
                <a:ea typeface="+mn-lt"/>
                <a:cs typeface="+mn-lt"/>
              </a:rPr>
              <a:t>https://github.com/lokarepreethi2-code/-AI-chatbot-assistance-.git</a:t>
            </a:r>
            <a:endParaRPr lang="en-US" sz="2400" i="1" u="sng" dirty="0">
              <a:latin typeface="Calisto MT"/>
              <a:ea typeface="Calibri"/>
              <a:cs typeface="Calibri"/>
            </a:endParaRPr>
          </a:p>
          <a:p>
            <a:endParaRPr lang="en-US" sz="2400" i="1" u="sng" dirty="0">
              <a:latin typeface="Calisto MT"/>
              <a:ea typeface="Calibri"/>
              <a:cs typeface="Calibri"/>
            </a:endParaRPr>
          </a:p>
          <a:p>
            <a:pPr>
              <a:buFont typeface=""/>
              <a:buChar char="•"/>
            </a:pPr>
            <a:endParaRPr lang="en-US" sz="1200">
              <a:latin typeface="Trebuchet MS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CFE9DE-2ED4-A171-2302-6F2184458FC7}"/>
              </a:ext>
            </a:extLst>
          </p:cNvPr>
          <p:cNvSpPr txBox="1"/>
          <p:nvPr/>
        </p:nvSpPr>
        <p:spPr>
          <a:xfrm>
            <a:off x="84005" y="489378"/>
            <a:ext cx="6769541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Wingdings"/>
              <a:buChar char="Ø"/>
            </a:pPr>
            <a:r>
              <a:rPr lang="en-US" sz="4400" b="1">
                <a:highlight>
                  <a:srgbClr val="C0C0C0"/>
                </a:highlight>
                <a:latin typeface="Nyala"/>
                <a:ea typeface="Calibri"/>
                <a:cs typeface="Calibri"/>
              </a:rPr>
              <a:t>Project</a:t>
            </a:r>
            <a:r>
              <a:rPr lang="en-US" sz="4400" b="1" dirty="0">
                <a:highlight>
                  <a:srgbClr val="C0C0C0"/>
                </a:highlight>
                <a:latin typeface="Nyala"/>
                <a:ea typeface="Calibri"/>
                <a:cs typeface="Calibri"/>
              </a:rPr>
              <a:t> </a:t>
            </a:r>
            <a:r>
              <a:rPr lang="en-US" sz="4400" b="1">
                <a:highlight>
                  <a:srgbClr val="C0C0C0"/>
                </a:highlight>
                <a:latin typeface="Nyala"/>
                <a:ea typeface="Calibri"/>
                <a:cs typeface="Calibri"/>
              </a:rPr>
              <a:t>Details</a:t>
            </a:r>
            <a:r>
              <a:rPr lang="en-US" sz="4200">
                <a:highlight>
                  <a:srgbClr val="C0C0C0"/>
                </a:highlight>
                <a:latin typeface="Nyala"/>
                <a:ea typeface="Calibri"/>
                <a:cs typeface="Calibri"/>
              </a:rPr>
              <a:t> :- </a:t>
            </a:r>
            <a:r>
              <a:rPr lang="en-US" sz="4200" dirty="0">
                <a:latin typeface="Nyala"/>
                <a:ea typeface="Calibri"/>
                <a:cs typeface="Calibri"/>
              </a:rPr>
              <a:t> </a:t>
            </a:r>
            <a:endParaRPr lang="en-US" sz="4200" dirty="0">
              <a:latin typeface="Nyala"/>
              <a:ea typeface="PMingLiU-ExtB"/>
              <a:cs typeface="DaunPenh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842B88-BD2A-54FD-D839-94D18EDCCB34}"/>
              </a:ext>
            </a:extLst>
          </p:cNvPr>
          <p:cNvSpPr txBox="1"/>
          <p:nvPr/>
        </p:nvSpPr>
        <p:spPr>
          <a:xfrm>
            <a:off x="80597" y="2037857"/>
            <a:ext cx="7458638" cy="5377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/>
              <a:t>Project Name</a:t>
            </a:r>
            <a:r>
              <a:rPr lang="en-US" sz="2400">
                <a:ea typeface="+mn-lt"/>
                <a:cs typeface="+mn-lt"/>
              </a:rPr>
              <a:t> :-</a:t>
            </a:r>
            <a:r>
              <a:rPr lang="en-US" sz="2500" i="1">
                <a:latin typeface="Calisto MT"/>
              </a:rPr>
              <a:t> AI Chatbot Assistance</a:t>
            </a:r>
            <a:r>
              <a:rPr lang="en-US" sz="2500" i="1" dirty="0">
                <a:latin typeface="Calisto M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32E837-974A-1F15-7ECC-ECFA47107838}"/>
              </a:ext>
            </a:extLst>
          </p:cNvPr>
          <p:cNvSpPr txBox="1"/>
          <p:nvPr/>
        </p:nvSpPr>
        <p:spPr>
          <a:xfrm>
            <a:off x="81858" y="2305274"/>
            <a:ext cx="1129127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endParaRPr lang="en-US" sz="2400">
              <a:latin typeface="Calisto MT"/>
            </a:endParaRPr>
          </a:p>
          <a:p>
            <a:pPr marL="285750" indent="-285750">
              <a:buFont typeface="Arial"/>
              <a:buChar char="•"/>
            </a:pPr>
            <a:r>
              <a:rPr lang="en-US" sz="3000">
                <a:latin typeface="Rockwell"/>
              </a:rPr>
              <a:t> Objective</a:t>
            </a:r>
            <a:r>
              <a:rPr lang="en-US" sz="2400">
                <a:latin typeface="Calibri"/>
                <a:ea typeface="Calibri"/>
                <a:cs typeface="Calibri"/>
              </a:rPr>
              <a:t> :-</a:t>
            </a:r>
            <a:r>
              <a:rPr lang="en-US" sz="2500" i="1">
                <a:latin typeface="Calisto MT"/>
                <a:ea typeface="Calibri"/>
                <a:cs typeface="Calibri"/>
              </a:rPr>
              <a:t> Build an intelligent conversational agent leveraging LLMs and Python</a:t>
            </a:r>
            <a:r>
              <a:rPr lang="en-US" sz="2400">
                <a:latin typeface="Calibri"/>
                <a:ea typeface="Calibri"/>
                <a:cs typeface="Calibri"/>
              </a:rPr>
              <a:t> .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C942C2-F277-5102-A126-C1A435A2DA3D}"/>
              </a:ext>
            </a:extLst>
          </p:cNvPr>
          <p:cNvSpPr txBox="1"/>
          <p:nvPr/>
        </p:nvSpPr>
        <p:spPr>
          <a:xfrm>
            <a:off x="82557" y="3426794"/>
            <a:ext cx="9391767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 Core Tech :-</a:t>
            </a:r>
            <a:r>
              <a:rPr lang="en-US" sz="2800" i="1">
                <a:latin typeface="Calisto MT"/>
                <a:ea typeface="Calibri"/>
                <a:cs typeface="Calibri"/>
              </a:rPr>
              <a:t> </a:t>
            </a:r>
            <a:r>
              <a:rPr lang="en-US" sz="2400" i="1">
                <a:latin typeface="Calisto MT"/>
                <a:ea typeface="Calibri"/>
                <a:cs typeface="Calibri"/>
              </a:rPr>
              <a:t>Python, Large Language Models (LLMs), Git/GitHub</a:t>
            </a:r>
            <a:r>
              <a:rPr lang="en-US" sz="2400" dirty="0">
                <a:latin typeface="Calibri"/>
                <a:ea typeface="Calibri"/>
                <a:cs typeface="Calibri"/>
              </a:rPr>
              <a:t>.</a:t>
            </a: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1B5C31-7425-F2D8-E481-95ECE172DAFC}"/>
              </a:ext>
            </a:extLst>
          </p:cNvPr>
          <p:cNvSpPr txBox="1"/>
          <p:nvPr/>
        </p:nvSpPr>
        <p:spPr>
          <a:xfrm>
            <a:off x="680044" y="231214"/>
            <a:ext cx="7711704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400" b="1">
              <a:latin typeface="Nyala"/>
              <a:ea typeface="+mn-lt"/>
              <a:cs typeface="+mn-lt"/>
            </a:endParaRPr>
          </a:p>
          <a:p>
            <a:endParaRPr lang="en-US" sz="2400" b="1">
              <a:latin typeface="Nyala"/>
              <a:ea typeface="+mn-lt"/>
              <a:cs typeface="+mn-lt"/>
            </a:endParaRPr>
          </a:p>
          <a:p>
            <a:endParaRPr lang="en-US" sz="2400" b="1">
              <a:latin typeface="Nyala"/>
              <a:ea typeface="+mn-lt"/>
              <a:cs typeface="+mn-lt"/>
            </a:endParaRPr>
          </a:p>
          <a:p>
            <a:endParaRPr lang="en-US" sz="2400" b="1">
              <a:latin typeface="Nyala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3200">
                <a:ea typeface="+mn-lt"/>
                <a:cs typeface="+mn-lt"/>
              </a:rPr>
              <a:t>Project Name</a:t>
            </a:r>
            <a:r>
              <a:rPr lang="en-US" sz="2000">
                <a:ea typeface="+mn-lt"/>
                <a:cs typeface="+mn-lt"/>
              </a:rPr>
              <a:t> :- </a:t>
            </a:r>
            <a:r>
              <a:rPr lang="en-US" sz="2800" i="1">
                <a:ea typeface="+mn-lt"/>
                <a:cs typeface="+mn-lt"/>
              </a:rPr>
              <a:t>Chatbot AI Development</a:t>
            </a:r>
          </a:p>
          <a:p>
            <a:pPr marL="285750" indent="-285750">
              <a:buFont typeface="Arial"/>
              <a:buChar char="•"/>
            </a:pPr>
            <a:endParaRPr lang="en-US" sz="2200" i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3200">
                <a:ea typeface="+mn-lt"/>
                <a:cs typeface="+mn-lt"/>
              </a:rPr>
              <a:t>Group No</a:t>
            </a:r>
            <a:r>
              <a:rPr lang="en-US" sz="2000">
                <a:ea typeface="+mn-lt"/>
                <a:cs typeface="+mn-lt"/>
              </a:rPr>
              <a:t>. :-   </a:t>
            </a:r>
            <a:r>
              <a:rPr lang="en-US" sz="2800" i="1">
                <a:ea typeface="+mn-lt"/>
                <a:cs typeface="+mn-lt"/>
              </a:rPr>
              <a:t>Group 3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3200">
                <a:ea typeface="+mn-lt"/>
                <a:cs typeface="+mn-lt"/>
              </a:rPr>
              <a:t>Project No</a:t>
            </a:r>
            <a:r>
              <a:rPr lang="en-US" sz="2400">
                <a:ea typeface="+mn-lt"/>
                <a:cs typeface="+mn-lt"/>
              </a:rPr>
              <a:t>.</a:t>
            </a:r>
            <a:r>
              <a:rPr lang="en-US" sz="2000">
                <a:ea typeface="+mn-lt"/>
                <a:cs typeface="+mn-lt"/>
              </a:rPr>
              <a:t> :- </a:t>
            </a:r>
            <a:r>
              <a:rPr lang="en-US" sz="2800" i="1">
                <a:ea typeface="+mn-lt"/>
                <a:cs typeface="+mn-lt"/>
              </a:rPr>
              <a:t>Project 1 chatbot AI development</a:t>
            </a:r>
          </a:p>
          <a:p>
            <a:pPr marL="285750" indent="-285750"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ea typeface="+mn-lt"/>
              <a:cs typeface="+mn-lt"/>
            </a:endParaRPr>
          </a:p>
          <a:p>
            <a:br>
              <a:rPr lang="en-US"/>
            </a:br>
            <a:endParaRPr lang="en-US"/>
          </a:p>
          <a:p>
            <a:pPr algn="l"/>
            <a:endParaRPr lang="en-US" sz="2400">
              <a:latin typeface="Century"/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4D4AC1-FCC1-3701-8E90-E260FBC682EA}"/>
              </a:ext>
            </a:extLst>
          </p:cNvPr>
          <p:cNvSpPr txBox="1"/>
          <p:nvPr/>
        </p:nvSpPr>
        <p:spPr>
          <a:xfrm>
            <a:off x="437118" y="233341"/>
            <a:ext cx="6582259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Ø"/>
            </a:pPr>
            <a:r>
              <a:rPr lang="en-US" sz="4200" b="1">
                <a:latin typeface="Trebuchet MS"/>
              </a:rPr>
              <a:t> Group Details :-</a:t>
            </a:r>
            <a:endParaRPr lang="en-US" sz="3600" b="1">
              <a:latin typeface="Trebuchet MS"/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D7D213-DC8F-908E-999F-E031DA6B9FE4}"/>
              </a:ext>
            </a:extLst>
          </p:cNvPr>
          <p:cNvSpPr txBox="1"/>
          <p:nvPr/>
        </p:nvSpPr>
        <p:spPr>
          <a:xfrm>
            <a:off x="6300411" y="5880384"/>
            <a:ext cx="506833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latin typeface="Nyala"/>
                <a:ea typeface="Calibri"/>
                <a:cs typeface="Calibri"/>
              </a:rPr>
              <a:t>     --- Preethi Sanjay </a:t>
            </a:r>
            <a:r>
              <a:rPr lang="en-US" sz="3200" err="1">
                <a:latin typeface="Nyala"/>
                <a:ea typeface="Calibri"/>
                <a:cs typeface="Calibri"/>
              </a:rPr>
              <a:t>Lokare</a:t>
            </a:r>
            <a:r>
              <a:rPr lang="en-US" sz="3200">
                <a:latin typeface="Nyala"/>
                <a:ea typeface="Calibri"/>
                <a:cs typeface="Calibri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602108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69198BA-2A66-E7A5-637E-6F4171077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492" y="1289351"/>
            <a:ext cx="6573529" cy="557106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90540D-749D-C0EF-2485-075B234DEF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E2B23D1-DD59-4263-A066-B3A6A386FA4B}" type="datetime1">
              <a:rPr lang="en-US"/>
              <a:pPr>
                <a:spcAft>
                  <a:spcPts val="600"/>
                </a:spcAft>
              </a:pPr>
              <a:t>7/8/2026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324FF7-DF03-CDAE-76EF-47386B214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9F381-B810-0441-9F8A-9B7971B4F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E1579B-D2A5-16F3-02A9-B87EADFB5518}"/>
              </a:ext>
            </a:extLst>
          </p:cNvPr>
          <p:cNvSpPr txBox="1"/>
          <p:nvPr/>
        </p:nvSpPr>
        <p:spPr>
          <a:xfrm>
            <a:off x="393052" y="282585"/>
            <a:ext cx="687351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latin typeface="Nyala"/>
              </a:rPr>
              <a:t>Project Architecture Diagram</a:t>
            </a:r>
            <a:r>
              <a:rPr lang="en-US" sz="3200" dirty="0">
                <a:latin typeface="Nyala"/>
              </a:rPr>
              <a:t> </a:t>
            </a:r>
            <a:r>
              <a:rPr lang="en-US" sz="3200">
                <a:latin typeface="Nyala"/>
              </a:rPr>
              <a:t>: -</a:t>
            </a:r>
          </a:p>
        </p:txBody>
      </p:sp>
    </p:spTree>
    <p:extLst>
      <p:ext uri="{BB962C8B-B14F-4D97-AF65-F5344CB8AC3E}">
        <p14:creationId xmlns:p14="http://schemas.microsoft.com/office/powerpoint/2010/main" val="2402429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793F8A-DAA4-9870-F289-56ACEAA98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258FC-3BF8-4DB6-A28D-02C9D2EF38E4}" type="datetime1">
              <a:t>7/8/2026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A66226-0912-D796-2E9E-DA00083B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D79DC-C6EC-5974-DDCD-15156B40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34EFCB-07C4-D599-EF07-A0BCAED59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5596"/>
            <a:ext cx="12192000" cy="35668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02DB12-BBED-639E-65BD-82D8957EA9C0}"/>
              </a:ext>
            </a:extLst>
          </p:cNvPr>
          <p:cNvSpPr txBox="1"/>
          <p:nvPr/>
        </p:nvSpPr>
        <p:spPr>
          <a:xfrm>
            <a:off x="535326" y="266017"/>
            <a:ext cx="601710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/>
              <a:buChar char="Ø"/>
            </a:pPr>
            <a:r>
              <a:rPr lang="en-US" sz="3200">
                <a:latin typeface="Trebuchet MS"/>
              </a:rPr>
              <a:t>System Architecture :-</a:t>
            </a:r>
          </a:p>
        </p:txBody>
      </p:sp>
    </p:spTree>
    <p:extLst>
      <p:ext uri="{BB962C8B-B14F-4D97-AF65-F5344CB8AC3E}">
        <p14:creationId xmlns:p14="http://schemas.microsoft.com/office/powerpoint/2010/main" val="3612937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1DF1A8-5BE1-B11E-9C1D-75FF6B4F3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19B40-BA9D-4E9A-A92A-95C784425A2B}" type="datetime1">
              <a:t>7/8/2026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91873-021D-592F-0F01-2E46BAFD1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AC1EC-C805-ABC1-DDA3-1C0BCB082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8E5A1D-34D3-95C9-4C52-ED46C0DC0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506" y="1438275"/>
            <a:ext cx="7973332" cy="47724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313AB7-07C8-A96F-E5C8-32C0CC20B297}"/>
              </a:ext>
            </a:extLst>
          </p:cNvPr>
          <p:cNvSpPr txBox="1"/>
          <p:nvPr/>
        </p:nvSpPr>
        <p:spPr>
          <a:xfrm>
            <a:off x="516833" y="272017"/>
            <a:ext cx="912312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Nyala"/>
                <a:ea typeface="Calibri"/>
                <a:cs typeface="Calibri"/>
              </a:rPr>
              <a:t> </a:t>
            </a:r>
            <a:r>
              <a:rPr lang="en-US" sz="4000">
                <a:latin typeface="Nyala"/>
                <a:ea typeface="Calibri"/>
                <a:cs typeface="Calibri"/>
              </a:rPr>
              <a:t>Git Hub Directory Structure :-</a:t>
            </a:r>
            <a:endParaRPr lang="en-US" sz="2800" dirty="0">
              <a:latin typeface="Nyala"/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64E03A-3CFB-47A8-15C4-5EFEB63355B0}"/>
              </a:ext>
            </a:extLst>
          </p:cNvPr>
          <p:cNvSpPr txBox="1"/>
          <p:nvPr/>
        </p:nvSpPr>
        <p:spPr>
          <a:xfrm>
            <a:off x="9142693" y="6273375"/>
            <a:ext cx="260847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Calisto MT"/>
              </a:rPr>
              <a:t>      --- Thank </a:t>
            </a:r>
            <a:r>
              <a:rPr lang="en-US" sz="2400" dirty="0">
                <a:latin typeface="Calisto MT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224744110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97</cp:revision>
  <dcterms:created xsi:type="dcterms:W3CDTF">2026-07-08T09:01:36Z</dcterms:created>
  <dcterms:modified xsi:type="dcterms:W3CDTF">2026-07-08T11:58:35Z</dcterms:modified>
</cp:coreProperties>
</file>